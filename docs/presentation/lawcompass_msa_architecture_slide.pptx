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wCompass MSA Archite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LawCompass 전체 MSA 아키텍처</dc:title>
  <dc:creator>Codex</dc:creator>
  <cp:lastModifiedBy>Codex</cp:lastModifiedBy>
  <dcterms:created xsi:type="dcterms:W3CDTF">2026-05-31T13:37:51Z</dcterms:created>
  <dcterms:modified xsi:type="dcterms:W3CDTF">2026-05-31T13:37:51Z</dcterms:modified>
</cp:coreProperties>
</file>